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NeuralNodes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>
                <a:latin typeface="Google Sans Flex"/>
                <a:ea typeface="Google Sans Flex"/>
                <a:cs typeface="Google Sans Flex"/>
                <a:sym typeface="Google Sans Flex"/>
              </a:rPr>
              <a:t>Problem Statement: Building proposals are checked against fixed rules, never against what they do to the airflow and heat of the blocks around them. EcoZone AI previews that climate impact before a permit. Theme: Sustainability &amp; Social Impact.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